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Benvenuti. Oggi — per l'intera giornata — costruiamo da zero l'ichosynth: dal cablaggio al primo suono in cuffia. Metodo: spiego un blocco, poi lo montate voi (hands-on). Due cose sempre a portata di mano: il QUICK-START da banco e la MAPPA PIN. Obiettivo della mattina: capire i componenti e cablare; del pomeriggio: firmware, SD e primo suono. Pause: metà mattina, pranzo, metà pomeriggio.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Contesto: ICHOS è il percorso di Francesco Giannico sull'ascolto dei luoghi 'marginali' di Taranto (field recording → composizione → performance → documentario). L'ichosynth è lo strumento che useremo per dare voce a quei suoni. Oggi ci concentriamo sulla parte che rende tutto possibile: COSTRUIRE lo strumento. Non serve esperienza di elettronica avanzata: il cablaggio è alla portata di tutti.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Panoramica veloce di cosa avremo a fine giornata. La matrice 16×16 è insieme display e tastiera: ogni colonna è un passo della sequenza, ogni riga una voce/campione. Le 3 manopole controllano cursore, pagina e parametri senza fermare la musica. Il pulsante filtro (la nostra aggiunta) scurisce il suono della voce selezionata. Non scendo nei dettagli d'uso ora: oggi si costruisce, suoneremo nei prossimi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Scaletta indicativa (adattala al ritmo del gruppo). Tempi: ~1h componenti+sicurezza, ~1.5h mappa pin e primo cablaggio, poi montaggio fino a pranzo e dopo. Nel pomeriggio: flash del firmware, preparazione SD, primo avvio. Pause: ~11:00, pranzo ~13:00, ~16:00. Tieni il gruppo allineato: nessuno dà tensione finché non abbiamo fatto il controllo col multimetro (Fase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Controllate di avere tutto sul banco. Punto critico: la PSRAM (i 2 chip da 8 MB sotto al Teensy) è OBBLIGATORIA e va saldata bene — ve la forniamo già montata, così evitiamo la saldatura SMD difficile. La SD: Class 10, max 32 GB, formattata FAT32. Cavo USB: deve trasmettere DATI (non solo-carica), è l'errore più comune. L'OLED è opzionale. Le cuffie servono: lo strumento non ha altoparlanti.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Insistete su queste quattro. La #1 e la #3 salvano i componenti: un corto 5V-GND può bruciare il Teensy. La #4 è la causa numero uno di malfunzionamenti: una saldatura 'fredda' (opaca, a pallina) sembra fatta ma non conduce bene. Dopo ogni fascio di saldature, multimetro in continuità tra 5V e GND: deve dare circuito aperto. Lavorate con calma.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slide è LA referenza della giornata: tenetela aperta. Il firmware si aspetta questi pin esatti. Promemoria: matrice LED DIN → pin 17; encoder SINISTRA 5/22/15, CENTRALE 9/14/16, DESTRA 4/2/3; audio 7,8,20,21,23 + I2C 18/19; pulsante filtro pin 41 → GND. Alimentazioni: matrice 5V, encoder/OLED/audio 3,3V, GND SEMPRE in comune. Il 4° encoder non si monta (pin 32/33 liberi).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 1. La PSRAM è il pezzo delicato (saldatura SMD sotto la scheda): la diamo già montata per non bloccarci qui. Voi saldate gli header sui bordi (saldature grosse, facili) — e quelli per impilare la scheda audio. Poi collegate l'USB e verificate che Windows riconosca il Teensy. Antistatici: il Teensy è sensibile. Tempo: ~30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 2. Il modo robusto è IMPILARE la scheda audio sul Teensy con gli header: tutti i segnali (MCLK, BCLK, LRCLK, TX, RX, I2C) si collegano automaticamente. Solo se qualcuno la vuole cablare a mano, usa la tabella 6.2 del manuale. La SD si usa dallo slot del Teensy, NON da quello della scheda audio. Tempo: ~15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 3. Errore tipico: collegare l'uscita invece dell'ingresso. I LED WS2812 hanno una direzione: cercate la FRECCIA di ingresso dati e portatela al pin 17; l'uscita resta libera. 5V e GND alla matrice. Il firmware usa colori a bassa luminosità, quindi l'alimentazione USB basta; se un domani alzate la luminosità, servirà una 5V dedicata con GND in comune. Tempo: ~20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 4. Tre encoder identici, ruoli diversi (definiti dal pin a cui li collegate): SINISTRA 5/22/15, CENTRALE 9/14/16, DESTRA 4/2/3 (CLK/DT/SW). Più «+» a 3,3V e GND. Disponeteli fisicamente da sinistra a destra. ERRORE #1: incrociare CLK e DT — l'encoder gira 'al contrario'; si risolve scambiando quei due fili (o via software). Etichettate i fili adesso, vi salva tempo. Tempo: ~40 min, la fase più lunga.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 5. Il pulsante del filtro è semplicissimo: due fili, pin 41 e GND. Usa il pull-up interno del Teensy, quindi niente resistenze. È la nostra aggiunta (filtro lowpass per voce). L'OLED è opzionale: condivide lo stesso bus I2C dell'audio (SDA 18 / SCL 19), quindi basta collegarsi in parallelo. Indirizzo I2C 0x3C (alcuni pannelli 0x3D). Tempo: ~15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 6, la più importante prima di dare corrente. Tutti col multimetro: continuità tra 5V e GND = deve essere APERTO (nessun corto); stessa cosa 3,3V-GND. Ricontrollate che le alimentazioni siano nei pin giusti (invertire 5V/GND brucia). Solo dopo questo check si collega l'USB. Fate passare ogni banco da questo controllo prima di accendere.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Software. Per chi flasha NON serve installare Arduino/arduino-cli: il firmware è già dentro flasher.exe (loader integrato). Apri l'app, clicca Flash, e quando l'app lo chiede premi UNA volta il pulsantino PROGRAM sul Teensy. Attendete 'Firmware scritto e Teensy riavviato'. Nota: essendo un .exe non firmato, al primo avvio Windows mostra SmartScreen — 'Ulteriori informazioni → Esegui comunque'. Tempo: ~10 min per banco.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Campioni. La SD va preparata con wavmaker.exe: si dà il percorso della SD, 'Scansiona', e l'app capisce la struttura e — se serve — la crea/formatta FAT32. Poi si aggiungono i WAV e si converte: diventano mono, 16-bit, 44.1 kHz, nominati _&lt;n&gt;.wav, nelle cartelle samples/&lt;bank&gt;/. Regola: samples/0 contiene _1.._99, samples/1 contiene _100.._199, ecc. Senza SD col formato giusto, i campioni non partono.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momento che aspettavamo. Inserite SD, cuffie, alimentate via USB: parte il logo/animazione. Se compare l'icona rossa 'noSD': spegnete, inserite la SD, riaccendete. Test: muovete SINISTRA/DESTRA → si muove il cursore; push CENTRALE → piazzate una nota e dovreste SENTIRE il campione; doppio click CENTRALE → Play/Pausa. Se non suona: controllate scheda audio, cuffie, volume. Festeggiate il primo suono!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filtro lowpass è la funzione che abbiamo aggiunto in questo fork. Gesto: TENETE premuto il pulsante (pin 41) e girate la manopola CENTRALE — il suono si scurisce. Agisce sulla VOCE sotto il cursore, e il valore si salva con la song. Demo dal vivo: disegnate una nota, tenete il pulsante, girate: si sente la differenza. Per chi non lo monta, il firmware funziona uguale (FILTER_ENABLED 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5 cause più frequenti. In ordine: (1) cavo USB solo-carica — fate provare un cavo dati. (2) Riavvii: PSRAM o alimentazione, e ricordate che la board nuda senza SD si riavvia da sola — con la SD smette. (3) LED: pin DIN sbagliato o freccia invertita. (4) Encoder al contrario: scambiate CLK/DT. (5) Niente suono: scheda audio o cuffie. Affrontatele con calma, un sintomo alla volta.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Chiusura della giornata di costruzione. Complimenti: avete assemblato uno strumento vero, dal saldatore al primo suono. Crediti: ichosynth è un fork dell'NI404 di SP_/soundpauli; il filtro è ispirato a TOERN. Tutto open-source (MIT). Grazie a Francesco Giannico e a ICHOS. Prossimo step: il Manuale d'Uso, per imparare a suonarlo davvero.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310896" cy="310896"/>
          </a:xfrm>
          <a:prstGeom prst="rect">
            <a:avLst/>
          </a:prstGeom>
          <a:solidFill>
            <a:srgbClr val="2EA44F"/>
          </a:solidFill>
          <a:ln/>
        </p:spPr>
      </p:sp>
      <p:sp>
        <p:nvSpPr>
          <p:cNvPr id="3" name="Shape 1"/>
          <p:cNvSpPr/>
          <p:nvPr/>
        </p:nvSpPr>
        <p:spPr>
          <a:xfrm>
            <a:off x="1006937" y="868680"/>
            <a:ext cx="310896" cy="310896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4" name="Shape 2"/>
          <p:cNvSpPr/>
          <p:nvPr/>
        </p:nvSpPr>
        <p:spPr>
          <a:xfrm>
            <a:off x="1373795" y="868680"/>
            <a:ext cx="310896" cy="310896"/>
          </a:xfrm>
          <a:prstGeom prst="rect">
            <a:avLst/>
          </a:prstGeom>
          <a:solidFill>
            <a:srgbClr val="E3742F"/>
          </a:solidFill>
          <a:ln/>
        </p:spPr>
      </p:sp>
      <p:sp>
        <p:nvSpPr>
          <p:cNvPr id="5" name="Shape 3"/>
          <p:cNvSpPr/>
          <p:nvPr/>
        </p:nvSpPr>
        <p:spPr>
          <a:xfrm>
            <a:off x="1740652" y="868680"/>
            <a:ext cx="310896" cy="310896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6" name="Shape 4"/>
          <p:cNvSpPr/>
          <p:nvPr/>
        </p:nvSpPr>
        <p:spPr>
          <a:xfrm>
            <a:off x="2107509" y="868680"/>
            <a:ext cx="310896" cy="310896"/>
          </a:xfrm>
          <a:prstGeom prst="rect">
            <a:avLst/>
          </a:prstGeom>
          <a:solidFill>
            <a:srgbClr val="39C5CF"/>
          </a:solidFill>
          <a:ln/>
        </p:spPr>
      </p:sp>
      <p:sp>
        <p:nvSpPr>
          <p:cNvPr id="7" name="Shape 5"/>
          <p:cNvSpPr/>
          <p:nvPr/>
        </p:nvSpPr>
        <p:spPr>
          <a:xfrm>
            <a:off x="2474366" y="868680"/>
            <a:ext cx="310896" cy="31089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8" name="Shape 6"/>
          <p:cNvSpPr/>
          <p:nvPr/>
        </p:nvSpPr>
        <p:spPr>
          <a:xfrm>
            <a:off x="2841224" y="868680"/>
            <a:ext cx="310896" cy="310896"/>
          </a:xfrm>
          <a:prstGeom prst="rect">
            <a:avLst/>
          </a:prstGeom>
          <a:solidFill>
            <a:srgbClr val="D6A625"/>
          </a:solidFill>
          <a:ln/>
        </p:spPr>
      </p:sp>
      <p:sp>
        <p:nvSpPr>
          <p:cNvPr id="9" name="Shape 7"/>
          <p:cNvSpPr/>
          <p:nvPr/>
        </p:nvSpPr>
        <p:spPr>
          <a:xfrm>
            <a:off x="3208081" y="868680"/>
            <a:ext cx="310896" cy="310896"/>
          </a:xfrm>
          <a:prstGeom prst="rect">
            <a:avLst/>
          </a:prstGeom>
          <a:solidFill>
            <a:srgbClr val="2EA44F"/>
          </a:solidFill>
          <a:ln/>
        </p:spPr>
      </p:sp>
      <p:sp>
        <p:nvSpPr>
          <p:cNvPr id="10" name="Shape 8"/>
          <p:cNvSpPr/>
          <p:nvPr/>
        </p:nvSpPr>
        <p:spPr>
          <a:xfrm>
            <a:off x="3574938" y="868680"/>
            <a:ext cx="310896" cy="310896"/>
          </a:xfrm>
          <a:prstGeom prst="rect">
            <a:avLst/>
          </a:prstGeom>
          <a:solidFill>
            <a:srgbClr val="2EA44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002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ichosynth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658368" y="2697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A4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Costruiamo il sintetizzatore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58368" y="3429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ICHOS 2026 · Taranto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giugno 2026 · giornata di costruzione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fork di NI404 (SP_/soundpauli)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 PROGETTO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Perché siamo qui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ichosynth · ICHOS 2026 · giornata di costruzione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6" name="Image 0" descr="D:/NI404-main/assets/_preview/ichos-proj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296" y="1600200"/>
            <a:ext cx="7601407" cy="2331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0690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L'ichosynth è lo strumento del workshop di sound ecology di Francesco Giannico: i partecipanti lo costruiscono e poi lo suonano.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STRUMENTO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Cosa costruiamo oggi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ichosynth · ICHOS 2026 · giornata di costruzione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Teensy 4.1 — il cervello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Scheda audio — suono in cuffia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LED 16×16 — lo schermo/griglia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manopole (encoder) — controllo dal vivo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Pulsante filtro — il tocco del nostro fork</a:t>
            </a:r>
            <a:endParaRPr lang="en-US" sz="1500" dirty="0"/>
          </a:p>
        </p:txBody>
      </p:sp>
      <p:pic>
        <p:nvPicPr>
          <p:cNvPr id="7" name="Image 0" descr="D:/NI404-main/assets/_preview/grid-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595167"/>
            <a:ext cx="3200400" cy="29361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OGGI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Programma della giornata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ichosynth · ICHOS 2026 · giornata di costruzione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786384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64792"/>
            <a:ext cx="1143000" cy="420624"/>
          </a:xfrm>
          <a:prstGeom prst="roundRect">
            <a:avLst>
              <a:gd name="adj" fmla="val 13043"/>
            </a:avLst>
          </a:prstGeom>
          <a:solidFill>
            <a:srgbClr val="2EA44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6479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09:00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148840" y="164592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Accoglienza · componenti sul banco · sicurezza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32304"/>
            <a:ext cx="786384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2551176"/>
            <a:ext cx="1143000" cy="420624"/>
          </a:xfrm>
          <a:prstGeom prst="roundRect">
            <a:avLst>
              <a:gd name="adj" fmla="val 13043"/>
            </a:avLst>
          </a:prstGeom>
          <a:solidFill>
            <a:srgbClr val="1F6FE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55117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10:00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48840" y="2432304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mappa pin · inizio cablaggio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218688"/>
            <a:ext cx="786384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337560"/>
            <a:ext cx="1143000" cy="420624"/>
          </a:xfrm>
          <a:prstGeom prst="roundRect">
            <a:avLst>
              <a:gd name="adj" fmla="val 13043"/>
            </a:avLst>
          </a:prstGeom>
          <a:solidFill>
            <a:srgbClr val="E3742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33756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11:30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148840" y="3218688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Montaggio passo-passo (Fasi 1–6)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005072"/>
            <a:ext cx="786384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4123944"/>
            <a:ext cx="1143000" cy="420624"/>
          </a:xfrm>
          <a:prstGeom prst="roundRect">
            <a:avLst>
              <a:gd name="adj" fmla="val 13043"/>
            </a:avLst>
          </a:prstGeom>
          <a:solidFill>
            <a:srgbClr val="A371F7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123944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14:30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148840" y="4005072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· SD · primo suono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componenti (BOM)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ichosynth · ICHOS 2026 · giornata di costruzione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2542032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938528"/>
            <a:ext cx="146304" cy="146304"/>
          </a:xfrm>
          <a:prstGeom prst="rect">
            <a:avLst/>
          </a:prstGeom>
          <a:solidFill>
            <a:srgbClr val="2EA44F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645920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Teensy 4.1 + PSRAM (2×8 MB)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10128" y="1645920"/>
            <a:ext cx="2542032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938528"/>
            <a:ext cx="146304" cy="146304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1" name="Text 9"/>
          <p:cNvSpPr/>
          <p:nvPr/>
        </p:nvSpPr>
        <p:spPr>
          <a:xfrm>
            <a:off x="3721608" y="1645920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Adaptor Rev 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80176" y="1645920"/>
            <a:ext cx="2542032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44768" y="1938528"/>
            <a:ext cx="146304" cy="146304"/>
          </a:xfrm>
          <a:prstGeom prst="rect">
            <a:avLst/>
          </a:prstGeom>
          <a:solidFill>
            <a:srgbClr val="E3742F"/>
          </a:solidFill>
          <a:ln/>
        </p:spPr>
      </p:sp>
      <p:sp>
        <p:nvSpPr>
          <p:cNvPr id="14" name="Text 12"/>
          <p:cNvSpPr/>
          <p:nvPr/>
        </p:nvSpPr>
        <p:spPr>
          <a:xfrm>
            <a:off x="6391656" y="1645920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LED WS2812B 16×16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633472"/>
            <a:ext cx="2542032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2926080"/>
            <a:ext cx="146304" cy="146304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2633472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encoder KY-040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10128" y="2633472"/>
            <a:ext cx="2542032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2926080"/>
            <a:ext cx="146304" cy="146304"/>
          </a:xfrm>
          <a:prstGeom prst="rect">
            <a:avLst/>
          </a:prstGeom>
          <a:solidFill>
            <a:srgbClr val="39C5CF"/>
          </a:solidFill>
          <a:ln/>
        </p:spPr>
      </p:sp>
      <p:sp>
        <p:nvSpPr>
          <p:cNvPr id="20" name="Text 18"/>
          <p:cNvSpPr/>
          <p:nvPr/>
        </p:nvSpPr>
        <p:spPr>
          <a:xfrm>
            <a:off x="3721608" y="2633472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Pulsante (filtro)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0176" y="2633472"/>
            <a:ext cx="2542032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44768" y="2926080"/>
            <a:ext cx="146304" cy="146304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23" name="Text 21"/>
          <p:cNvSpPr/>
          <p:nvPr/>
        </p:nvSpPr>
        <p:spPr>
          <a:xfrm>
            <a:off x="6391656" y="2633472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SD ≤32 GB · FAT32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3621024"/>
            <a:ext cx="2542032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3913632"/>
            <a:ext cx="146304" cy="146304"/>
          </a:xfrm>
          <a:prstGeom prst="rect">
            <a:avLst/>
          </a:prstGeom>
          <a:solidFill>
            <a:srgbClr val="D6A625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" y="3621024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cavo USB dati + 5V ≥2A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10128" y="3621024"/>
            <a:ext cx="2542032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74720" y="3913632"/>
            <a:ext cx="146304" cy="146304"/>
          </a:xfrm>
          <a:prstGeom prst="rect">
            <a:avLst/>
          </a:prstGeom>
          <a:solidFill>
            <a:srgbClr val="2EA44F"/>
          </a:solidFill>
          <a:ln/>
        </p:spPr>
      </p:sp>
      <p:sp>
        <p:nvSpPr>
          <p:cNvPr id="29" name="Text 27"/>
          <p:cNvSpPr/>
          <p:nvPr/>
        </p:nvSpPr>
        <p:spPr>
          <a:xfrm>
            <a:off x="3721608" y="3621024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cuffie jack 3,5 mm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980176" y="3621024"/>
            <a:ext cx="2542032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44768" y="3913632"/>
            <a:ext cx="146304" cy="146304"/>
          </a:xfrm>
          <a:prstGeom prst="rect">
            <a:avLst/>
          </a:prstGeom>
          <a:solidFill>
            <a:srgbClr val="2EA44F"/>
          </a:solidFill>
          <a:ln/>
        </p:spPr>
      </p:sp>
      <p:sp>
        <p:nvSpPr>
          <p:cNvPr id="32" name="Text 30"/>
          <p:cNvSpPr/>
          <p:nvPr/>
        </p:nvSpPr>
        <p:spPr>
          <a:xfrm>
            <a:off x="6391656" y="3621024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SSD1306 (opzionale)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 DI TUTTO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regole di sicurezza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ichosynth · ICHOS 2026 · giornata di costruzione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566928" cy="566928"/>
          </a:xfrm>
          <a:prstGeom prst="ellipse">
            <a:avLst/>
          </a:prstGeom>
          <a:solidFill>
            <a:srgbClr val="161B22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51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08760" y="169164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cablare/scollegare sotto tensione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441448"/>
            <a:ext cx="566928" cy="566928"/>
          </a:xfrm>
          <a:prstGeom prst="ellipse">
            <a:avLst/>
          </a:prstGeom>
          <a:solidFill>
            <a:srgbClr val="161B22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51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08760" y="244144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Doppio check di GND, 5V e 3,3V prima di accendere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3191256"/>
            <a:ext cx="566928" cy="566928"/>
          </a:xfrm>
          <a:prstGeom prst="ellipse">
            <a:avLst/>
          </a:prstGeom>
          <a:solidFill>
            <a:srgbClr val="161B22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1912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51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08760" y="319125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Multimetro: nessun corto tra 5V e GND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3941064"/>
            <a:ext cx="566928" cy="566928"/>
          </a:xfrm>
          <a:prstGeom prst="ellipse">
            <a:avLst/>
          </a:prstGeom>
          <a:solidFill>
            <a:srgbClr val="161B22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941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51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508760" y="394106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Saldature lucide, non 'fredde' (a pallina)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VERITÀ DEL FIRMWARE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mappa pin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ichosynth · ICHOS 2026 · giornata di costruzione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6" name="Image 0" descr="D:/NI404-main/assets/_preview/wiring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0612" y="1463040"/>
            <a:ext cx="3922776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Wira ESATTAMENTE questi numeri (tutti pin del Teensy).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MONTAGGIO · FASE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Teensy 4.1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ichosynth · ICHOS 2026 · giornata di costruzione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868680" cy="868680"/>
          </a:xfrm>
          <a:prstGeom prst="ellipse">
            <a:avLst/>
          </a:prstGeom>
          <a:solidFill>
            <a:srgbClr val="161B22"/>
          </a:solidFill>
          <a:ln w="31750">
            <a:solidFill>
              <a:srgbClr val="2EA4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0" y="14173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A4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PSRAM saldata — ve la forniamo già montata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Salda gli header sui bordi del Teensy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Collega via USB → il PC lo riconosce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MONTAGGIO · FASE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Scheda audio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ichosynth · ICHOS 2026 · giornata di costruzione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868680" cy="868680"/>
          </a:xfrm>
          <a:prstGeom prst="ellipse">
            <a:avLst/>
          </a:prstGeom>
          <a:solidFill>
            <a:srgbClr val="161B22"/>
          </a:solidFill>
          <a:ln w="31750">
            <a:solidFill>
              <a:srgbClr val="1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0" y="14173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6F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Impilala sul Teensy (modo più semplice)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Così i collegamenti audio si fanno da soli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Collega le cuffie al jack 3,5 mm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MONTAGGIO · FASE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Matrice LED 16×16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ichosynth · ICHOS 2026 · giornata di costruzione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868680" cy="868680"/>
          </a:xfrm>
          <a:prstGeom prst="ellipse">
            <a:avLst/>
          </a:prstGeom>
          <a:solidFill>
            <a:srgbClr val="161B22"/>
          </a:solidFill>
          <a:ln w="31750">
            <a:solidFill>
              <a:srgbClr val="E374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0" y="14173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374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 la freccia di INGRESSO dati → pin 17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Collega 5V e GND della matrice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Bassa luminosità: di solito l'USB basta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MONTAGGIO · FASE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Encoder ×3 (SX · C · DX)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ichosynth · ICHOS 2026 · giornata di costruzione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4297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ognuno: CLK, DT, SW + «+»3,3V e GND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 da SINISTRA → CENTRALE → DESTRA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Etichetta i fili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6A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CLK/DT incrociati = gira al contrario (si scambiano)</a:t>
            </a:r>
            <a:endParaRPr lang="en-US" sz="1500" dirty="0"/>
          </a:p>
        </p:txBody>
      </p:sp>
      <p:pic>
        <p:nvPicPr>
          <p:cNvPr id="7" name="Image 0" descr="D:/NI404-main/assets/_preview/enco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999303"/>
            <a:ext cx="3520440" cy="19449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MONTAGGIO · FASE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Pulsante filtro + OLED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ichosynth · ICHOS 2026 · giornata di costruzione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868680" cy="868680"/>
          </a:xfrm>
          <a:prstGeom prst="ellipse">
            <a:avLst/>
          </a:prstGeom>
          <a:solidFill>
            <a:srgbClr val="161B22"/>
          </a:solidFill>
          <a:ln w="31750">
            <a:solidFill>
              <a:srgbClr val="A371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0" y="14173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371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Pulsante: un capo a 41, l'altro a GND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Pull-up interno: niente resistenze esterne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(opz.): in parallelo su SDA 18 / SCL 19, 3,3V/GND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MONTAGGIO · FASE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Controllo prima di accendere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ichosynth · ICHOS 2026 · giornata di costruzione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868680" cy="868680"/>
          </a:xfrm>
          <a:prstGeom prst="ellipse">
            <a:avLst/>
          </a:prstGeom>
          <a:solidFill>
            <a:srgbClr val="161B22"/>
          </a:solidFill>
          <a:ln w="31750">
            <a:solidFill>
              <a:srgbClr val="F851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0" y="14173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851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Multimetro: nessun corto 5V–GND e 3,3V–GND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Ricontrolla 5V / 3,3V / GND nei pin giusti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ora: collega l'USB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SOFTWARE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Caricare il firmware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ichosynth · ICHOS 2026 · giornata di costruzione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6" name="Image 0" descr="D:/NI404-main/assets/_preview/flash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1417320"/>
            <a:ext cx="6962242" cy="1234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8036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  _FLASHER/flasher.exe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  ⚡ Flash ichosynth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richiesto, premi il pulsantino PROGRAM sul Teensy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1° avvio: SmartScreen → «Ulteriori informazioni → Esegui comunque»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CAMPIONI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Preparare la SD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ichosynth · ICHOS 2026 · giornata di costruzione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4297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wavmaker.exe → 🔍 Scansiona la SD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Crea/formatta la struttura se serve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Aggiungi WAV → Converti (mono · 16-bit · 44.1k)</a:t>
            </a:r>
            <a:endParaRPr lang="en-US" sz="1500" dirty="0"/>
          </a:p>
        </p:txBody>
      </p:sp>
      <p:pic>
        <p:nvPicPr>
          <p:cNvPr id="7" name="Image 0" descr="D:/NI404-main/assets/_preview/sd-stru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706432"/>
            <a:ext cx="3566160" cy="26221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 MOMENTO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Primo avvio e test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ichosynth · ICHOS 2026 · giornata di costruzione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+ cuffie + USB → appare il logo sulla matrice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SINISTRA / DESTRA: muovi il cursore (puntino bianco)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CENTRALE: piazza una nota → senti il campione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Doppio click CENTRALE: Play / Pausa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 NOSTRO FORK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filtro lowpass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ichosynth · ICHOS 2026 · giornata di costruzione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749808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9659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Tieni premuto il pulsante FILTRO  +  gira la CENTRALE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05840" y="25146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il suono della voce sotto il cursore si scurisce (lowpass per voce)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Aggiunta di questo fork · si può disattivare da config.h (FILTER_ENABLED 0)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A6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 QUALCOSA NON 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Diagnosi rapida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ichosynth · ICHOS 2026 · giornata di costruzione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28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78638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30352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AA4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SINTOMO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AA4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RIMEDIO RAPIDO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riconosciuto dal PC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Cavo USB dati (non solo-carica); header; corto 5V-GND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riavvia da solo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PSRAM mal saldata; 5V ≥2A; SD inserita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 spenti / colori errati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 non sul 17; freccia invertita; GND non comune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 «al contrario»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Inverti CLK e DT di quell'encoder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Nessun suono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Scheda audio (7,8,20,21,23,18,19); cuffie; volume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68680"/>
            <a:ext cx="310896" cy="310896"/>
          </a:xfrm>
          <a:prstGeom prst="rect">
            <a:avLst/>
          </a:prstGeom>
          <a:solidFill>
            <a:srgbClr val="2EA44F"/>
          </a:solidFill>
          <a:ln/>
        </p:spPr>
      </p:sp>
      <p:sp>
        <p:nvSpPr>
          <p:cNvPr id="3" name="Shape 1"/>
          <p:cNvSpPr/>
          <p:nvPr/>
        </p:nvSpPr>
        <p:spPr>
          <a:xfrm>
            <a:off x="1006937" y="868680"/>
            <a:ext cx="310896" cy="310896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4" name="Shape 2"/>
          <p:cNvSpPr/>
          <p:nvPr/>
        </p:nvSpPr>
        <p:spPr>
          <a:xfrm>
            <a:off x="1373795" y="868680"/>
            <a:ext cx="310896" cy="310896"/>
          </a:xfrm>
          <a:prstGeom prst="rect">
            <a:avLst/>
          </a:prstGeom>
          <a:solidFill>
            <a:srgbClr val="E3742F"/>
          </a:solidFill>
          <a:ln/>
        </p:spPr>
      </p:sp>
      <p:sp>
        <p:nvSpPr>
          <p:cNvPr id="5" name="Shape 3"/>
          <p:cNvSpPr/>
          <p:nvPr/>
        </p:nvSpPr>
        <p:spPr>
          <a:xfrm>
            <a:off x="1740652" y="868680"/>
            <a:ext cx="310896" cy="310896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6" name="Shape 4"/>
          <p:cNvSpPr/>
          <p:nvPr/>
        </p:nvSpPr>
        <p:spPr>
          <a:xfrm>
            <a:off x="2107509" y="868680"/>
            <a:ext cx="310896" cy="310896"/>
          </a:xfrm>
          <a:prstGeom prst="rect">
            <a:avLst/>
          </a:prstGeom>
          <a:solidFill>
            <a:srgbClr val="39C5CF"/>
          </a:solidFill>
          <a:ln/>
        </p:spPr>
      </p:sp>
      <p:sp>
        <p:nvSpPr>
          <p:cNvPr id="7" name="Shape 5"/>
          <p:cNvSpPr/>
          <p:nvPr/>
        </p:nvSpPr>
        <p:spPr>
          <a:xfrm>
            <a:off x="2474366" y="868680"/>
            <a:ext cx="310896" cy="31089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8" name="Shape 6"/>
          <p:cNvSpPr/>
          <p:nvPr/>
        </p:nvSpPr>
        <p:spPr>
          <a:xfrm>
            <a:off x="2841224" y="868680"/>
            <a:ext cx="310896" cy="310896"/>
          </a:xfrm>
          <a:prstGeom prst="rect">
            <a:avLst/>
          </a:prstGeom>
          <a:solidFill>
            <a:srgbClr val="D6A625"/>
          </a:solidFill>
          <a:ln/>
        </p:spPr>
      </p:sp>
      <p:sp>
        <p:nvSpPr>
          <p:cNvPr id="9" name="Shape 7"/>
          <p:cNvSpPr/>
          <p:nvPr/>
        </p:nvSpPr>
        <p:spPr>
          <a:xfrm>
            <a:off x="3208081" y="868680"/>
            <a:ext cx="310896" cy="310896"/>
          </a:xfrm>
          <a:prstGeom prst="rect">
            <a:avLst/>
          </a:prstGeom>
          <a:solidFill>
            <a:srgbClr val="2EA44F"/>
          </a:solidFill>
          <a:ln/>
        </p:spPr>
      </p:sp>
      <p:sp>
        <p:nvSpPr>
          <p:cNvPr id="10" name="Shape 8"/>
          <p:cNvSpPr/>
          <p:nvPr/>
        </p:nvSpPr>
        <p:spPr>
          <a:xfrm>
            <a:off x="3574938" y="868680"/>
            <a:ext cx="310896" cy="310896"/>
          </a:xfrm>
          <a:prstGeom prst="rect">
            <a:avLst/>
          </a:prstGeom>
          <a:solidFill>
            <a:srgbClr val="2EA44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83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Quando suona → Manuale d'Uso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58368" y="2697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Oggi avete costruito lo strumento. Nei prossimi step impariamo a suonarlo.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" y="4023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ichosynth · fork di NI404 (SP_ / soundpauli) · firmware MIT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EA4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ICHOS 2026 di Francesco Giannico · Taranto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ICHOS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ichosynth — Costruzione (ICHOS 2026)</dc:title>
  <dc:subject>PptxGenJS Presentation</dc:subject>
  <dc:creator>Luigi Massari (luigismith)</dc:creator>
  <cp:lastModifiedBy>Luigi Massari (luigismith)</cp:lastModifiedBy>
  <cp:revision>1</cp:revision>
  <dcterms:created xsi:type="dcterms:W3CDTF">2026-06-11T12:39:30Z</dcterms:created>
  <dcterms:modified xsi:type="dcterms:W3CDTF">2026-06-11T12:39:30Z</dcterms:modified>
</cp:coreProperties>
</file>